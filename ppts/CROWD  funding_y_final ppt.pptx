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6" r:id="rId11"/>
    <p:sldId id="263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187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67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94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7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2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92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32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35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15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577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42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953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493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117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721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30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1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E6D18F4-E4F5-42F2-9B73-99C195AF541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F138-530B-4370-8B10-6B305C11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7079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062B-A3BB-7960-B164-502559374F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CROWD FUNDING</a:t>
            </a:r>
          </a:p>
        </p:txBody>
      </p:sp>
    </p:spTree>
    <p:extLst>
      <p:ext uri="{BB962C8B-B14F-4D97-AF65-F5344CB8AC3E}">
        <p14:creationId xmlns:p14="http://schemas.microsoft.com/office/powerpoint/2010/main" val="247207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0FF7-FC78-F44D-EB1F-92F35466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Introduction to crowdfunding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1FB3C-D784-9318-B1B6-1871EBDD8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109"/>
            <a:ext cx="10515600" cy="485385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Crowdfunding is when many people contribute small amounts of money to support a project, idea, or business.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It's mostly done online.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Types of Crowdfunding: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Donation-based: People donate money without expecting anything in return (like for charity).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Reward-based: People give money and get something in return (like early access to a product).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Equity-based: People invest money and get shares or part-ownership in the company.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Debt-based (Lending): People lend money and expect to be paid back with interest.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624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9F99-8472-521B-EED7-9CA65F346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6930"/>
          </a:xfrm>
        </p:spPr>
        <p:txBody>
          <a:bodyPr>
            <a:noAutofit/>
          </a:bodyPr>
          <a:lstStyle/>
          <a:p>
            <a:r>
              <a:rPr lang="en-IN" sz="3200" b="1" u="sng" dirty="0"/>
              <a:t>Benefits and Challenges: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C603-255D-081C-77E9-2E9673AB1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Benefits 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You can raise money without needing a bank or big investors.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It helps you test if people like your idea.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It can help build a group of supporters or future customers.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Challenges: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You need good marketing and people to support your project.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If you don’t reach your goal, you don’t get any money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414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D7D8-B7C3-1715-8BDE-44085966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0839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What is Kickstarter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DFCE5-9D55-4204-8A93-6213FA8B1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727"/>
            <a:ext cx="10515600" cy="531321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Kickstarter is a popular website where people can raise money for creative projects like art, music, technology, and games.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Work flow: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Create a Campaign: Share your idea and funding goal.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Funding Goal: You only receive funds if your goal is met.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Rewards: Donors get rewards (like early access to products or special perks).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Features: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All-or-Nothing: If you don’t reach your goal, no money is collected.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Global Reach: Available worldwide.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Creative Focus: Ideal for innovative and creative projects.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746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0A74-7BCA-1B20-2761-0B619390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4639"/>
          </a:xfrm>
        </p:spPr>
        <p:txBody>
          <a:bodyPr>
            <a:normAutofit fontScale="90000"/>
          </a:bodyPr>
          <a:lstStyle/>
          <a:p>
            <a:r>
              <a:rPr lang="en-IN" sz="3200" b="1" u="sng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164D-F6EA-4ECD-B67F-A67D41123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pPr>
              <a:buNone/>
            </a:pPr>
            <a:r>
              <a:rPr lang="en-US" sz="2000" b="1" dirty="0"/>
              <a:t>Key Details:</a:t>
            </a:r>
          </a:p>
          <a:p>
            <a:pPr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Total Projects Analyzed:</a:t>
            </a:r>
            <a:r>
              <a:rPr lang="en-US" sz="2000" dirty="0"/>
              <a:t> 365892 projects.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Average total projects based on location </a:t>
            </a:r>
            <a:r>
              <a:rPr lang="en-US" sz="2000" dirty="0"/>
              <a:t>: 23252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Total Amount Raised:</a:t>
            </a:r>
            <a:r>
              <a:rPr lang="en-US" sz="2000" dirty="0"/>
              <a:t>  $1.6041 Million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Average Funding Duration:</a:t>
            </a:r>
            <a:r>
              <a:rPr lang="en-US" sz="2000" dirty="0"/>
              <a:t>  79 days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Total Backers:</a:t>
            </a:r>
            <a:r>
              <a:rPr lang="en-US" sz="2000" dirty="0"/>
              <a:t>  4,291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13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3D18-9F2D-EF85-88AD-51D618A71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0784"/>
          </a:xfrm>
        </p:spPr>
        <p:txBody>
          <a:bodyPr>
            <a:normAutofit fontScale="90000"/>
          </a:bodyPr>
          <a:lstStyle/>
          <a:p>
            <a:r>
              <a:rPr lang="en-IN" sz="3200" b="1" u="sng" dirty="0"/>
              <a:t>Top Successful Projects with overall percentage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8E1710-DC09-7F8D-1C60-E518D585A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31" y="3429000"/>
            <a:ext cx="3647008" cy="31847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A91696-870B-E5FA-F44E-E8DDD4BEF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31" y="1398174"/>
            <a:ext cx="3647007" cy="1935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3A8A23-6F48-1618-80A7-671256FE9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41" y="1398174"/>
            <a:ext cx="6036373" cy="19356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99A2BC-40FB-3D2F-3765-15BA7F689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442" y="3429000"/>
            <a:ext cx="6036373" cy="318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3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D2EE-F7E8-8450-F5D3-8BCB5F90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0784"/>
          </a:xfrm>
        </p:spPr>
        <p:txBody>
          <a:bodyPr>
            <a:normAutofit fontScale="90000"/>
          </a:bodyPr>
          <a:lstStyle/>
          <a:p>
            <a:r>
              <a:rPr lang="en-IN" sz="3200" b="1" u="sng" dirty="0"/>
              <a:t>Excel Overall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5BF45A-4609-BB1F-6BD0-CBF139889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84564"/>
            <a:ext cx="10515600" cy="5308310"/>
          </a:xfrm>
        </p:spPr>
      </p:pic>
    </p:spTree>
    <p:extLst>
      <p:ext uri="{BB962C8B-B14F-4D97-AF65-F5344CB8AC3E}">
        <p14:creationId xmlns:p14="http://schemas.microsoft.com/office/powerpoint/2010/main" val="254206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A11E-EB97-8749-7D10-3584CD96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493"/>
          </a:xfrm>
        </p:spPr>
        <p:txBody>
          <a:bodyPr>
            <a:noAutofit/>
          </a:bodyPr>
          <a:lstStyle/>
          <a:p>
            <a:r>
              <a:rPr lang="en-IN" sz="3200" b="1" u="sng" dirty="0"/>
              <a:t>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F94AC3-852C-5A52-0072-5D6AA05A4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163782"/>
            <a:ext cx="10654145" cy="5257800"/>
          </a:xfrm>
        </p:spPr>
      </p:pic>
    </p:spTree>
    <p:extLst>
      <p:ext uri="{BB962C8B-B14F-4D97-AF65-F5344CB8AC3E}">
        <p14:creationId xmlns:p14="http://schemas.microsoft.com/office/powerpoint/2010/main" val="350884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536-E7C4-CB30-9886-CE8B66F9C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0839"/>
          </a:xfrm>
        </p:spPr>
        <p:txBody>
          <a:bodyPr>
            <a:normAutofit/>
          </a:bodyPr>
          <a:lstStyle/>
          <a:p>
            <a:r>
              <a:rPr lang="en-IN" sz="3200" u="sng" dirty="0"/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47EAD6-1E57-51F7-E2F5-F25CE52D0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2273"/>
            <a:ext cx="10730345" cy="5280602"/>
          </a:xfrm>
        </p:spPr>
      </p:pic>
    </p:spTree>
    <p:extLst>
      <p:ext uri="{BB962C8B-B14F-4D97-AF65-F5344CB8AC3E}">
        <p14:creationId xmlns:p14="http://schemas.microsoft.com/office/powerpoint/2010/main" val="1023231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E1A16-5469-9AB2-2AB6-919B7C14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7A25C5-C16A-1971-56FD-3E71E7FB3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333" y="1163266"/>
            <a:ext cx="4745182" cy="3487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F7E3F4-C7D7-1301-1EF6-E2C90E95C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648" y="232929"/>
            <a:ext cx="4745182" cy="32791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D95F8C-1209-3DCA-5EEB-167743E1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624" y="2958378"/>
            <a:ext cx="4637376" cy="299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2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AAA8-0BB2-2972-1133-39B1AC0B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9384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Challenges &amp; Improvement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855D-68F0-474B-0029-AD8E5CCF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691"/>
            <a:ext cx="10515600" cy="4909272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/>
              <a:t>Common challenges: </a:t>
            </a:r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High Competition &amp; Market Saturation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Thousands of projects launch daily on platforms like Kickstarter &amp; Indiegogo. Standing out is difficult.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Reaching the Right Audience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Trust &amp; Credibility Issues</a:t>
            </a:r>
            <a:endParaRPr lang="en-US" sz="2000" dirty="0"/>
          </a:p>
          <a:p>
            <a:endParaRPr lang="en-IN" sz="2000" dirty="0"/>
          </a:p>
          <a:p>
            <a:r>
              <a:rPr lang="en-IN" sz="2000" dirty="0"/>
              <a:t>Improvement Areas</a:t>
            </a:r>
          </a:p>
          <a:p>
            <a:endParaRPr lang="en-IN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Strong branding, compelling storytelling, and a well-structured campaign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Leverage social media, email marketing, influencer partnerships, and targeted ads.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Show transparent budgets, realistic timelines, prototypes, testimonials, and previous successes.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128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1B17-6746-01C0-AC13-C3FFA158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124238"/>
          </a:xfrm>
        </p:spPr>
        <p:txBody>
          <a:bodyPr>
            <a:normAutofit fontScale="90000"/>
          </a:bodyPr>
          <a:lstStyle/>
          <a:p>
            <a:r>
              <a:rPr lang="en-US" sz="3600" b="1" u="sng" dirty="0"/>
              <a:t>Summary of Key Insights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6F840-18CD-0F7F-5554-2E8F95E9B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sz="2000" dirty="0"/>
              <a:t>Crowdfunding has proven to be a powerful tool for raising funds and engaging communities.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Successful projects are built on strategic marketing, strong storytelling, and transparent communication.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 The most effective campaigns leverage social media, influencer marketing, and well-structured reward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284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7DCA7-5994-823E-B915-19D87250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3927"/>
            <a:ext cx="10515600" cy="3503036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                                           </a:t>
            </a:r>
            <a:r>
              <a:rPr lang="en-IN" sz="48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C9FE9-F8E8-7E63-8CE5-AEC2D4DE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2767526"/>
            <a:ext cx="10516511" cy="1322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D9ED4B-869F-B575-8AD7-AAC3D2C8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18" y="5859046"/>
            <a:ext cx="1005927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19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448</Words>
  <Application>Microsoft Office PowerPoint</Application>
  <PresentationFormat>Widescreen</PresentationFormat>
  <Paragraphs>68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Century Gothic</vt:lpstr>
      <vt:lpstr>Wingdings</vt:lpstr>
      <vt:lpstr>Wingdings 3</vt:lpstr>
      <vt:lpstr>Ion</vt:lpstr>
      <vt:lpstr>CROWD FUNDING</vt:lpstr>
      <vt:lpstr>Introduction to crowdfunding</vt:lpstr>
      <vt:lpstr>Benefits and Challenges:</vt:lpstr>
      <vt:lpstr>What is Kickstarter ?</vt:lpstr>
      <vt:lpstr>Project Overview</vt:lpstr>
      <vt:lpstr>Top Successful Projects with overall percentage </vt:lpstr>
      <vt:lpstr>Excel Overall Dashboard</vt:lpstr>
      <vt:lpstr>Tableau Dashboard</vt:lpstr>
      <vt:lpstr>POWER Bi Dashboard</vt:lpstr>
      <vt:lpstr>PowerPoint Presentation</vt:lpstr>
      <vt:lpstr>Challenges &amp; Improvement Areas</vt:lpstr>
      <vt:lpstr>Summary of Key Insights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suman agolu</dc:creator>
  <cp:lastModifiedBy>Yaswanthnagasai Tadiboina</cp:lastModifiedBy>
  <cp:revision>4</cp:revision>
  <dcterms:created xsi:type="dcterms:W3CDTF">2025-03-26T05:54:47Z</dcterms:created>
  <dcterms:modified xsi:type="dcterms:W3CDTF">2026-06-21T04:14:00Z</dcterms:modified>
</cp:coreProperties>
</file>